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6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74" r:id="rId12"/>
    <p:sldId id="275" r:id="rId13"/>
    <p:sldId id="269" r:id="rId14"/>
    <p:sldId id="270" r:id="rId15"/>
    <p:sldId id="271" r:id="rId16"/>
    <p:sldId id="272" r:id="rId17"/>
    <p:sldId id="273" r:id="rId18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URGADEVI P" initials="DP" lastIdx="1" clrIdx="0">
    <p:extLst>
      <p:ext uri="{19B8F6BF-5375-455C-9EA6-DF929625EA0E}">
        <p15:presenceInfo xmlns:p15="http://schemas.microsoft.com/office/powerpoint/2012/main" userId="a774cb891f9ec06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67" autoAdjust="0"/>
    <p:restoredTop sz="93978"/>
  </p:normalViewPr>
  <p:slideViewPr>
    <p:cSldViewPr showGuides="1">
      <p:cViewPr varScale="1">
        <p:scale>
          <a:sx n="82" d="100"/>
          <a:sy n="82" d="100"/>
        </p:scale>
        <p:origin x="1829" y="7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C0BD52C-1488-4859-A254-A4C4FAE88D7C}" type="datetimeFigureOut"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03/04/2026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Fourth level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Fifth level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/>
          <a:p>
            <a:pPr lvl="0" algn="r">
              <a:buNone/>
            </a:pPr>
            <a:fld id="{9A0DB2DC-4C9A-4742-B13C-FB6460FD3503}" type="slidenum">
              <a:rPr lang="en-GB" altLang="x-none" sz="1200" dirty="0"/>
              <a:t>‹#›</a:t>
            </a:fld>
            <a:endParaRPr lang="en-GB" altLang="x-none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4/3/2026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4/3/2026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4/3/2026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4/3/2026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4/3/2026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4/3/2026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4/3/2026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4/3/2026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4/3/2026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4/3/2026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4/3/2026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en-US" dirty="0"/>
              <a:t>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6AC4AB-E0A8-448E-A64C-DE342392E6F2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4/3/2026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Hybrid Cloud Architecture and Management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dirty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  <p:pic>
        <p:nvPicPr>
          <p:cNvPr id="1031" name="Picture 6" descr="A close up of a logo&#10;&#10;AI-generated content may be incorrect., Picture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886200" y="115888"/>
            <a:ext cx="5113338" cy="912812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E7137-8B12-723D-6746-674E1607A1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1219200"/>
            <a:ext cx="7772400" cy="1477328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Server Deployment and Access Management using AWS EC2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23ECA4-8F83-38E7-F3A7-EE443B5534DC}"/>
              </a:ext>
            </a:extLst>
          </p:cNvPr>
          <p:cNvSpPr txBox="1"/>
          <p:nvPr/>
        </p:nvSpPr>
        <p:spPr>
          <a:xfrm>
            <a:off x="381000" y="2413338"/>
            <a:ext cx="80772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 defTabSz="914400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Technology</a:t>
            </a:r>
          </a:p>
          <a:p>
            <a:pPr lvl="0" algn="l" defTabSz="914400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6IT1284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 defTabSz="914400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Name: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Cloud Architecture and Management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Instructor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Durgadevi 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Number: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01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-04-2026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18F019-4EEE-3E7C-C3D3-4BBD98AB3B31}"/>
              </a:ext>
            </a:extLst>
          </p:cNvPr>
          <p:cNvSpPr txBox="1"/>
          <p:nvPr/>
        </p:nvSpPr>
        <p:spPr>
          <a:xfrm>
            <a:off x="228600" y="4961903"/>
            <a:ext cx="670560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defTabSz="914400">
              <a:lnSpc>
                <a:spcPct val="100000"/>
              </a:lnSpc>
              <a:spcBef>
                <a:spcPct val="0"/>
              </a:spcBef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pPr marL="457200" indent="-457200" algn="l" defTabSz="914400">
              <a:lnSpc>
                <a:spcPct val="10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Nandish-2023BIFT07AED040</a:t>
            </a:r>
          </a:p>
          <a:p>
            <a:pPr marL="457200" indent="-457200" algn="l" defTabSz="914400">
              <a:lnSpc>
                <a:spcPct val="10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Lokesh Naidu CH- 2023BIFT07AED033</a:t>
            </a:r>
          </a:p>
          <a:p>
            <a:pPr marL="457200" indent="-457200" algn="l" defTabSz="914400">
              <a:lnSpc>
                <a:spcPct val="10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Harshith Gowda M- 2023BIFT07AED052</a:t>
            </a:r>
          </a:p>
          <a:p>
            <a:pPr algn="l" defTabSz="914400">
              <a:lnSpc>
                <a:spcPct val="100000"/>
              </a:lnSpc>
              <a:spcBef>
                <a:spcPct val="0"/>
              </a:spcBef>
            </a:pP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583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12032-9BFC-172B-7A95-791AE5645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3409950" cy="1325563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CB94E-0E6A-FAFD-BBD9-12119701E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371600"/>
            <a:ext cx="8686800" cy="5181600"/>
          </a:xfrm>
        </p:spPr>
        <p:txBody>
          <a:bodyPr/>
          <a:lstStyle/>
          <a:p>
            <a:pPr marL="0" lvl="0" indent="0" defTabSz="914400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allows users to deploy applications and    services over the internet instead of local servers.</a:t>
            </a:r>
          </a:p>
          <a:p>
            <a:pPr marL="0" lvl="0" indent="0" defTabSz="914400">
              <a:lnSpc>
                <a:spcPct val="100000"/>
              </a:lnSpc>
              <a:spcBef>
                <a:spcPct val="0"/>
              </a:spcBef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914400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Web Services (AWS) provides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Elastic Compute Cloud (EC2)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create virtual machines in the cloud.</a:t>
            </a:r>
          </a:p>
          <a:p>
            <a:pPr marL="0" lvl="0" indent="0" defTabSz="914400">
              <a:lnSpc>
                <a:spcPct val="100000"/>
              </a:lnSpc>
              <a:spcBef>
                <a:spcPct val="0"/>
              </a:spcBef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914400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web server can be deployed on EC2 to host websites and web applications.</a:t>
            </a:r>
          </a:p>
          <a:p>
            <a:pPr marL="0" lvl="0" indent="0" defTabSz="914400">
              <a:lnSpc>
                <a:spcPct val="100000"/>
              </a:lnSpc>
              <a:spcBef>
                <a:spcPct val="0"/>
              </a:spcBef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914400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management ensures that only authorized users can access and manage the server securely.</a:t>
            </a:r>
          </a:p>
          <a:p>
            <a:pPr marL="0" lvl="0" indent="0" defTabSz="914400">
              <a:lnSpc>
                <a:spcPct val="100000"/>
              </a:lnSpc>
              <a:spcBef>
                <a:spcPct val="0"/>
              </a:spcBef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914400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how to deploy a web server on AWS EC2 and configure secure access using cloud security features.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44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58D00-E237-AF0E-9B42-DA7391CCA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762000"/>
            <a:ext cx="7886700" cy="1325563"/>
          </a:xfrm>
        </p:spPr>
        <p:txBody>
          <a:bodyPr/>
          <a:lstStyle/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br>
              <a:rPr lang="en-GB" b="1" dirty="0"/>
            </a:br>
            <a:endParaRPr lang="en-GB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0B9ADF6-6826-18D8-1FEE-0BFD5027E6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6700" y="1424781"/>
            <a:ext cx="8168775" cy="43656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the concept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and AWS EC2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create and configure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virtual machine in AWS cloud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deploy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 server using Apache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 EC2.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access using security groups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host and access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webpage through the internet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03508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4DE6C-80D8-DDDF-6E33-074745DDB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066800"/>
            <a:ext cx="3352800" cy="76201"/>
          </a:xfrm>
        </p:spPr>
        <p:txBody>
          <a:bodyPr/>
          <a:lstStyle/>
          <a:p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7A0AFFD-6526-94EE-ACE1-1F3BA45CEE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8600" y="939225"/>
            <a:ext cx="8461311" cy="5232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web hosting requires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cost for physical hardware and maintenance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Systems have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scalability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cannot easily handle increasing user demand.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Upgrading resources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(CPU, memory) is complex and may cause downtime.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access and protection from unauthorized users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difficult.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centralized monitoring and remote management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reduces efficiency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976259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11D2D-F2E4-F2C4-E7B6-B1ADBEE2E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838200"/>
            <a:ext cx="3657600" cy="1325563"/>
          </a:xfrm>
        </p:spPr>
        <p:txBody>
          <a:bodyPr/>
          <a:lstStyle/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  <a:br>
              <a:rPr lang="en-GB" b="1" dirty="0"/>
            </a:b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65BDC-0020-565F-88DA-A8A617FE8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152400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proposed solution is to deploy a cloud-based web server using AWS EC2 with secure access management. The solution is divided into the following modules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DB31DA-7246-7353-22B5-FE8E800E1B7F}"/>
              </a:ext>
            </a:extLst>
          </p:cNvPr>
          <p:cNvSpPr txBox="1"/>
          <p:nvPr/>
        </p:nvSpPr>
        <p:spPr>
          <a:xfrm>
            <a:off x="228600" y="3337532"/>
            <a:ext cx="8362950" cy="3078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Setup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Create and launch EC2 instance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Configuration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Configure security groups (SSH &amp; HTTP)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Server Deployment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Install and configure Apache server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Page Hosting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Deploy HTML webpage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Management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Implement IAM for secure access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Verification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Access website using public IP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0827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391D0-2701-C1F0-0847-89EE34971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142999"/>
            <a:ext cx="3733800" cy="811197"/>
          </a:xfrm>
        </p:spPr>
        <p:txBody>
          <a:bodyPr/>
          <a:lstStyle/>
          <a:p>
            <a:r>
              <a:rPr lang="en-GB" b="1" dirty="0"/>
              <a:t> 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br>
              <a:rPr lang="en-GB" b="1" dirty="0"/>
            </a:br>
            <a:br>
              <a:rPr lang="en-US" b="1" dirty="0"/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F940D5C-977B-B8BA-2B4B-976C050FDA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954196"/>
            <a:ext cx="7753350" cy="4094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Platform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Amazon Web Services (AWS)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Compute Service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EC2 (Elastic Compute Cloud)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Ubuntu Linux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 Server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Apache HTTP Server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Access Management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AWS IAM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Security Groups (Firewall Rules)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Protocol Used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HTTP, SSH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Web Browser, Terminal / PuTTY </a:t>
            </a:r>
          </a:p>
        </p:txBody>
      </p:sp>
    </p:spTree>
    <p:extLst>
      <p:ext uri="{BB962C8B-B14F-4D97-AF65-F5344CB8AC3E}">
        <p14:creationId xmlns:p14="http://schemas.microsoft.com/office/powerpoint/2010/main" val="4142160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D60E8-BED7-57A9-B5E0-7C0E0B4F5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914400"/>
            <a:ext cx="3943350" cy="1325563"/>
          </a:xfrm>
        </p:spPr>
        <p:txBody>
          <a:bodyPr/>
          <a:lstStyle/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br>
              <a:rPr lang="en-GB" b="1" dirty="0"/>
            </a:br>
            <a:br>
              <a:rPr lang="en-US" b="1" dirty="0"/>
            </a:b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EC24F60-A02F-0645-ECD0-455B7D3AF3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295400"/>
            <a:ext cx="6477000" cy="403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C62415-2DFD-8491-AD45-E82F200D697D}"/>
              </a:ext>
            </a:extLst>
          </p:cNvPr>
          <p:cNvSpPr txBox="1"/>
          <p:nvPr/>
        </p:nvSpPr>
        <p:spPr>
          <a:xfrm>
            <a:off x="457200" y="5243512"/>
            <a:ext cx="845820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sends request through web browser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 passes through Internet to AWS Cloud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groups allow HTTP &amp; SSH access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EC2 instance processes the request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web server returns response</a:t>
            </a:r>
            <a:r>
              <a:rPr lang="en-US" dirty="0"/>
              <a:t> </a:t>
            </a:r>
          </a:p>
          <a:p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872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470F8-27FB-4C7D-DF4B-84DFA74E6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682" y="685800"/>
            <a:ext cx="3153472" cy="957069"/>
          </a:xfrm>
        </p:spPr>
        <p:txBody>
          <a:bodyPr/>
          <a:lstStyle/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br>
              <a:rPr lang="en-GB" b="1" dirty="0"/>
            </a:br>
            <a:br>
              <a:rPr lang="en-US" b="1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55BD4E-C897-A9B5-E5D5-2568B09CF4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000" y="1295400"/>
            <a:ext cx="7162800" cy="310286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8F011C-50D3-E973-EE5C-65900D554AFB}"/>
              </a:ext>
            </a:extLst>
          </p:cNvPr>
          <p:cNvSpPr txBox="1"/>
          <p:nvPr/>
        </p:nvSpPr>
        <p:spPr>
          <a:xfrm>
            <a:off x="329682" y="4953000"/>
            <a:ext cx="774751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 EC2 instance on AWS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 security groups (SSH &amp; HTTP)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Apache web 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HTML webpage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access using IAM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using public IP</a:t>
            </a:r>
          </a:p>
        </p:txBody>
      </p:sp>
    </p:spTree>
    <p:extLst>
      <p:ext uri="{BB962C8B-B14F-4D97-AF65-F5344CB8AC3E}">
        <p14:creationId xmlns:p14="http://schemas.microsoft.com/office/powerpoint/2010/main" val="136998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3725F-24CD-84F0-FEDF-FDBE42CC6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91404"/>
            <a:ext cx="3257550" cy="1325563"/>
          </a:xfrm>
        </p:spPr>
        <p:txBody>
          <a:bodyPr/>
          <a:lstStyle/>
          <a:p>
            <a:r>
              <a:rPr lang="en-GB" b="1" dirty="0"/>
              <a:t> </a:t>
            </a: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br>
              <a:rPr lang="en-GB" b="1" dirty="0"/>
            </a:br>
            <a:endParaRPr lang="en-GB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AC4AC8E-4947-B9A3-696E-E2B3AB6552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3315" y="1981200"/>
            <a:ext cx="6610350" cy="3626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Launch EC2 instance on AWS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Configure security groups (HTTP &amp; SSH)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Connect using SSH (key pair)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Install Apache web server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 HTML webpage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 using public IP </a:t>
            </a:r>
          </a:p>
        </p:txBody>
      </p:sp>
    </p:spTree>
    <p:extLst>
      <p:ext uri="{BB962C8B-B14F-4D97-AF65-F5344CB8AC3E}">
        <p14:creationId xmlns:p14="http://schemas.microsoft.com/office/powerpoint/2010/main" val="2748769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EB3A1-3256-2FAF-BEF3-8863A9023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2647950" cy="1325563"/>
          </a:xfrm>
        </p:spPr>
        <p:txBody>
          <a:bodyPr/>
          <a:lstStyle/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FE5A7-C908-4F00-1A0E-FF44E4263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53331"/>
            <a:ext cx="7886700" cy="437357"/>
          </a:xfrm>
        </p:spPr>
        <p:txBody>
          <a:bodyPr/>
          <a:lstStyle/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Server Output Hosted on AWS EC2</a:t>
            </a: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5B6537-F621-AA30-9297-F9CA5DCBD0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90" y="1828800"/>
            <a:ext cx="7886699" cy="466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807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75283-0C5E-C5CB-C0F0-A5CB3DDB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143000"/>
            <a:ext cx="7886700" cy="384175"/>
          </a:xfrm>
        </p:spPr>
        <p:txBody>
          <a:bodyPr/>
          <a:lstStyle/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EC2 Instance Running Successfully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E7AA59-6712-EF0F-10B9-717E5D0E80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600200"/>
            <a:ext cx="7886700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635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F936A7-3A4B-1787-F1CB-664D12DDDE7C}"/>
              </a:ext>
            </a:extLst>
          </p:cNvPr>
          <p:cNvSpPr txBox="1"/>
          <p:nvPr/>
        </p:nvSpPr>
        <p:spPr>
          <a:xfrm>
            <a:off x="304800" y="1298386"/>
            <a:ext cx="762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Group Configuration (HTTP &amp; SSH Access)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AED091-C973-1F38-8571-25C8EF091A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979982"/>
            <a:ext cx="8229600" cy="4116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913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96F04-1ACA-C4CE-E608-619ECB136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804" y="960437"/>
            <a:ext cx="4890796" cy="1325563"/>
          </a:xfrm>
        </p:spPr>
        <p:txBody>
          <a:bodyPr/>
          <a:lstStyle/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12E21-C287-4EEC-5669-35A7AD070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2286000"/>
            <a:ext cx="7886700" cy="4351338"/>
          </a:xfrm>
        </p:spPr>
        <p:txBody>
          <a:bodyPr/>
          <a:lstStyle/>
          <a:p>
            <a:pPr marL="0" indent="0">
              <a:buNone/>
            </a:pPr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and flexible infrastructure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 (no physical hardware)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deployment using AWS EC2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access using IAM and SSH</a:t>
            </a:r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stable internet connection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free-tier resources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basic AWS knowledge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must be configured properly</a:t>
            </a:r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65850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E348A-E01A-81CA-0D50-EBF93F1A0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21787"/>
            <a:ext cx="3181350" cy="930275"/>
          </a:xfrm>
        </p:spPr>
        <p:txBody>
          <a:bodyPr/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br>
              <a:rPr lang="fr-FR" b="1" dirty="0"/>
            </a:br>
            <a:br>
              <a:rPr lang="fr-FR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C5575-428B-9D53-6999-C0D7DDA07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HTTPS using SSL for secure communication 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load balancing and auto-scaling 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database (AWS RDS) for dynamic applications 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cloud storage (Amazon S3) for file management 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deployment using DevOps tools 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0734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61DBB-2BB7-4435-618B-912531C98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319" y="762000"/>
            <a:ext cx="2571750" cy="1325563"/>
          </a:xfrm>
        </p:spPr>
        <p:txBody>
          <a:bodyPr/>
          <a:lstStyle/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53C83-E617-E1BF-87FE-AC2018B34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31273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deployed web server using AWS EC2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secure access using IAM and SSH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Webpage hosted and accessible via public IP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scalability and cloud efficiency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practical knowledge of cloud deployment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7393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88CFE-0C0D-1D2E-0E2F-951045995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2876550" cy="1325563"/>
          </a:xfrm>
        </p:spPr>
        <p:txBody>
          <a:bodyPr/>
          <a:lstStyle/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A1AC5-B62A-4DC0-7A44-E6D99FD62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" y="1371600"/>
            <a:ext cx="8915400" cy="49561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Kurose, J. F., &amp; Ross, K. W.,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Networking: A Top-Down Approach</a:t>
            </a:r>
          </a:p>
          <a:p>
            <a:pPr>
              <a:lnSpc>
                <a:spcPct val="150000"/>
              </a:lnSpc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Buyya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Mastering Cloud Computing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Software Foundation,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HTTP Server Documentation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Web Services,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EC2 User Guide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Web Services,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Identity and Access Management (IAM) Documentation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Amazon Web Services, </a:t>
            </a:r>
            <a:r>
              <a:rPr lang="en-US" sz="2000" i="1" dirty="0"/>
              <a:t>Security Groups for EC2 Instances</a:t>
            </a:r>
          </a:p>
          <a:p>
            <a:pPr>
              <a:lnSpc>
                <a:spcPct val="150000"/>
              </a:lnSpc>
            </a:pPr>
            <a:r>
              <a:rPr lang="fr-FR" sz="2000" dirty="0"/>
              <a:t>Ubuntu Documentation, </a:t>
            </a:r>
            <a:r>
              <a:rPr lang="fr-FR" sz="2000" i="1" dirty="0"/>
              <a:t>Ubuntu Server Guide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Nginx Inc., </a:t>
            </a:r>
            <a:r>
              <a:rPr lang="en-IN" sz="2000" i="1" dirty="0"/>
              <a:t>Nginx Documentation</a:t>
            </a:r>
            <a:endParaRPr lang="fr-FR" sz="2000" i="1" dirty="0"/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26799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ank you slide Vectors - Download Free High-Quality Vectors ...">
            <a:extLst>
              <a:ext uri="{FF2B5EF4-FFF2-40B4-BE49-F238E27FC236}">
                <a16:creationId xmlns:a16="http://schemas.microsoft.com/office/drawing/2014/main" id="{6EE455C7-B582-E2AC-9981-30BC359092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371600"/>
            <a:ext cx="7048500" cy="499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590273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1768</TotalTime>
  <Words>723</Words>
  <Application>Microsoft Office PowerPoint</Application>
  <PresentationFormat>On-screen Show (4:3)</PresentationFormat>
  <Paragraphs>119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</vt:lpstr>
      <vt:lpstr>Calibri</vt:lpstr>
      <vt:lpstr>Calibri Light</vt:lpstr>
      <vt:lpstr>Times New Roman</vt:lpstr>
      <vt:lpstr>1_Office Theme</vt:lpstr>
      <vt:lpstr>Title: Web Server Deployment and Access Management using AWS EC2 </vt:lpstr>
      <vt:lpstr>Introduction </vt:lpstr>
      <vt:lpstr>Objectives </vt:lpstr>
      <vt:lpstr>Problem Statement  </vt:lpstr>
      <vt:lpstr>Proposed Solution  </vt:lpstr>
      <vt:lpstr> Technologies Used  </vt:lpstr>
      <vt:lpstr>System Architecture  </vt:lpstr>
      <vt:lpstr>Methodology  </vt:lpstr>
      <vt:lpstr> Implementation </vt:lpstr>
      <vt:lpstr>Results </vt:lpstr>
      <vt:lpstr>PowerPoint Presentation</vt:lpstr>
      <vt:lpstr>PowerPoint Presentation</vt:lpstr>
      <vt:lpstr>Advantages &amp; Limitations </vt:lpstr>
      <vt:lpstr>Future Scope  </vt:lpstr>
      <vt:lpstr>Conclusion </vt:lpstr>
      <vt:lpstr>References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CPU Scheduling Algorithms - FCFS (First Come First Serve) - SJF (Shortest Job First)</dc:title>
  <dc:creator>krishnan</dc:creator>
  <cp:lastModifiedBy>N Nandish</cp:lastModifiedBy>
  <cp:revision>484</cp:revision>
  <dcterms:created xsi:type="dcterms:W3CDTF">2006-08-16T00:00:00Z</dcterms:created>
  <dcterms:modified xsi:type="dcterms:W3CDTF">2026-04-03T13:20:03Z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CFF747AF3BB64A09A0D013FEB7A3C1E4_12</vt:lpwstr>
  </property>
  <property fmtid="{D5CDD505-2E9C-101B-9397-08002B2CF9AE}" pid="3" name="KSOProductBuildVer">
    <vt:lpwstr>2057-12.2.0.23196</vt:lpwstr>
  </property>
</Properties>
</file>