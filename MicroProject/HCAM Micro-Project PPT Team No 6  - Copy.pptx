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RGADEVI P" initials="DP" lastIdx="1" clrIdx="0">
    <p:extLst>
      <p:ext uri="{19B8F6BF-5375-455C-9EA6-DF929625EA0E}">
        <p15:presenceInfo xmlns:p15="http://schemas.microsoft.com/office/powerpoint/2012/main" userId="a774cb891f9ec06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3978"/>
  </p:normalViewPr>
  <p:slideViewPr>
    <p:cSldViewPr showGuides="1">
      <p:cViewPr varScale="1">
        <p:scale>
          <a:sx n="82" d="100"/>
          <a:sy n="82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C0BD52C-1488-4859-A254-A4C4FAE88D7C}" type="datetimeFigureOut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25/03/2026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>
              <a:buNone/>
            </a:pPr>
            <a:fld id="{9A0DB2DC-4C9A-4742-B13C-FB6460FD3503}" type="slidenum">
              <a:rPr lang="en-GB" altLang="x-none" sz="1200" dirty="0"/>
              <a:t>‹#›</a:t>
            </a:fld>
            <a:endParaRPr lang="en-GB" altLang="x-none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3/25/2026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3/25/2026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3/25/2026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3/25/2026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3/25/2026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3/25/2026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3/25/2026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3/25/2026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3/25/2026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3/25/2026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3/25/2026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3/25/2026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  <p:pic>
        <p:nvPicPr>
          <p:cNvPr id="1031" name="Picture 6" descr="A close up of a logo&#10;&#10;AI-generated content may be incorrect., Pictur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886200" y="115888"/>
            <a:ext cx="5113338" cy="91281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ttpd.apache.org/" TargetMode="External"/><Relationship Id="rId2" Type="http://schemas.openxmlformats.org/officeDocument/2006/relationships/hyperlink" Target="https://aws.amazon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buntu.com/server/docs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2490B55-27D7-C306-81F0-71991D55F7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8600" y="2376369"/>
            <a:ext cx="775789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</a:p>
          <a:p>
            <a:pPr lvl="0"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6IT1284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Cloud Architecture and Management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Durgadevi 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Number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18-03-2026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73D26F-FC8F-CCEE-4EBD-B92BE3D95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638526"/>
            <a:ext cx="6705600" cy="2000548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lnSpc>
                <a:spcPct val="100000"/>
              </a:lnSpc>
              <a:spcBef>
                <a:spcPct val="0"/>
              </a:spcBef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marL="457200" indent="-457200" algn="l" defTabSz="9144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Nandish-2023BIFT07AED040</a:t>
            </a:r>
          </a:p>
          <a:p>
            <a:pPr marL="457200" indent="-457200" algn="l" defTabSz="9144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Harshith Gowda M- 2023BIFT07AED052</a:t>
            </a:r>
          </a:p>
          <a:p>
            <a:pPr marL="457200" indent="-457200" algn="l" defTabSz="9144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Lokesh Naidu CH- 2023BIFT07AED033</a:t>
            </a:r>
          </a:p>
          <a:p>
            <a:pPr algn="l" defTabSz="914400">
              <a:lnSpc>
                <a:spcPct val="100000"/>
              </a:lnSpc>
              <a:spcBef>
                <a:spcPct val="0"/>
              </a:spcBef>
            </a:pP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0A4513-C8C0-43C5-2C8A-019835FB2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219200"/>
            <a:ext cx="8763000" cy="935037"/>
          </a:xfrm>
        </p:spPr>
        <p:txBody>
          <a:bodyPr/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Deployment and Access Management using AWS EC2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583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12032-9BFC-172B-7A95-791AE564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81037"/>
            <a:ext cx="3409950" cy="7667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CB94E-0E6A-FAFD-BBD9-12119701E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34AACA-2D32-2A4F-43F9-A8FB39B2B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677450"/>
            <a:ext cx="89916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allows users to deploy applications and services over the internet instead of local servers.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(AWS) provides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Elastic Compute Cloud (EC2)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create virtual machines in the cloud.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web server can be deployed on EC2 to host websites and web applications.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management ensures that only authorized users can access and manage the server securely.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to deploy a web server on AWS EC2 and configure secure access using cloud security features.</a:t>
            </a:r>
          </a:p>
        </p:txBody>
      </p:sp>
    </p:spTree>
    <p:extLst>
      <p:ext uri="{BB962C8B-B14F-4D97-AF65-F5344CB8AC3E}">
        <p14:creationId xmlns:p14="http://schemas.microsoft.com/office/powerpoint/2010/main" val="90744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72074-1FAD-E651-D7ED-E29836473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816" y="457200"/>
            <a:ext cx="3257550" cy="9144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0C266-568F-CE2E-4EC9-E02465F87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4534"/>
            <a:ext cx="8839200" cy="5567265"/>
          </a:xfrm>
        </p:spPr>
        <p:txBody>
          <a:bodyPr/>
          <a:lstStyle/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of a web server on a cloud-based virtual machine using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EC2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host a website.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 instance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AWS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(Apache/Nginx)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 web page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it using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IP address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EC2 (Virtual Server)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(Apache/Nginx)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Groups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SSH Key Pair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39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4DE6C-80D8-DDDF-6E33-074745DDB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5" y="887184"/>
            <a:ext cx="4953000" cy="11430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 Diagram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7CB945-8A4E-8619-E28A-4E442AF05702}"/>
              </a:ext>
            </a:extLst>
          </p:cNvPr>
          <p:cNvSpPr/>
          <p:nvPr/>
        </p:nvSpPr>
        <p:spPr>
          <a:xfrm>
            <a:off x="2148762" y="2443842"/>
            <a:ext cx="16002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(Web Browser)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27BFE-7E11-D7C3-8269-7E14D854E5E5}"/>
              </a:ext>
            </a:extLst>
          </p:cNvPr>
          <p:cNvSpPr/>
          <p:nvPr/>
        </p:nvSpPr>
        <p:spPr>
          <a:xfrm>
            <a:off x="4743450" y="2460171"/>
            <a:ext cx="14478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7CEC7D-B7AA-0C8F-DA61-2366D5B62F71}"/>
              </a:ext>
            </a:extLst>
          </p:cNvPr>
          <p:cNvSpPr/>
          <p:nvPr/>
        </p:nvSpPr>
        <p:spPr>
          <a:xfrm>
            <a:off x="7394121" y="2520042"/>
            <a:ext cx="144780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☁ 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7FDC0-1E42-82E2-1E65-DEAEEC64BB24}"/>
              </a:ext>
            </a:extLst>
          </p:cNvPr>
          <p:cNvSpPr/>
          <p:nvPr/>
        </p:nvSpPr>
        <p:spPr>
          <a:xfrm>
            <a:off x="2133600" y="4343400"/>
            <a:ext cx="1524000" cy="990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Hosted Web 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7C0A84-E181-29F1-2D68-672A5E20321A}"/>
              </a:ext>
            </a:extLst>
          </p:cNvPr>
          <p:cNvSpPr/>
          <p:nvPr/>
        </p:nvSpPr>
        <p:spPr>
          <a:xfrm>
            <a:off x="4671138" y="4334069"/>
            <a:ext cx="1371600" cy="990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Apache Web Server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AA1F79-FFDC-FE40-EB07-14784751BFE8}"/>
              </a:ext>
            </a:extLst>
          </p:cNvPr>
          <p:cNvSpPr/>
          <p:nvPr/>
        </p:nvSpPr>
        <p:spPr>
          <a:xfrm>
            <a:off x="7093598" y="4343400"/>
            <a:ext cx="1593202" cy="990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EC2 Instance (Ubuntu Server)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D28D0A-D9D8-91C5-4302-7277F91BEF8E}"/>
              </a:ext>
            </a:extLst>
          </p:cNvPr>
          <p:cNvCxnSpPr>
            <a:cxnSpLocks/>
          </p:cNvCxnSpPr>
          <p:nvPr/>
        </p:nvCxnSpPr>
        <p:spPr>
          <a:xfrm>
            <a:off x="6248400" y="2998236"/>
            <a:ext cx="1145721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7EB192-1F0C-7488-46CD-6D9FB54657EA}"/>
              </a:ext>
            </a:extLst>
          </p:cNvPr>
          <p:cNvCxnSpPr>
            <a:cxnSpLocks/>
          </p:cNvCxnSpPr>
          <p:nvPr/>
        </p:nvCxnSpPr>
        <p:spPr>
          <a:xfrm>
            <a:off x="7994002" y="3399453"/>
            <a:ext cx="0" cy="91440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693D9CE-4818-8B32-8D0C-D3E795997682}"/>
              </a:ext>
            </a:extLst>
          </p:cNvPr>
          <p:cNvCxnSpPr>
            <a:cxnSpLocks/>
          </p:cNvCxnSpPr>
          <p:nvPr/>
        </p:nvCxnSpPr>
        <p:spPr>
          <a:xfrm flipH="1" flipV="1">
            <a:off x="6042738" y="4838700"/>
            <a:ext cx="1050860" cy="9331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E4EA8A-1EDB-B19F-F0DE-B541506BABF9}"/>
              </a:ext>
            </a:extLst>
          </p:cNvPr>
          <p:cNvCxnSpPr>
            <a:cxnSpLocks/>
          </p:cNvCxnSpPr>
          <p:nvPr/>
        </p:nvCxnSpPr>
        <p:spPr>
          <a:xfrm flipH="1">
            <a:off x="3695700" y="4844142"/>
            <a:ext cx="1072631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5631CCF-740A-8F38-118B-062CFA68F7E1}"/>
              </a:ext>
            </a:extLst>
          </p:cNvPr>
          <p:cNvSpPr/>
          <p:nvPr/>
        </p:nvSpPr>
        <p:spPr>
          <a:xfrm>
            <a:off x="168535" y="244384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E5CA979-6FF4-13CC-E8D0-DD3D6EB8F41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748962" y="2901042"/>
            <a:ext cx="994488" cy="1632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825FAEC-97F4-E9C8-49F5-195212BC1F0F}"/>
              </a:ext>
            </a:extLst>
          </p:cNvPr>
          <p:cNvCxnSpPr>
            <a:cxnSpLocks/>
            <a:stCxn id="38" idx="3"/>
            <a:endCxn id="4" idx="1"/>
          </p:cNvCxnSpPr>
          <p:nvPr/>
        </p:nvCxnSpPr>
        <p:spPr>
          <a:xfrm>
            <a:off x="1082935" y="2901042"/>
            <a:ext cx="1065827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6DD78F3F-5919-CA5C-41DC-2AF2E577E551}"/>
              </a:ext>
            </a:extLst>
          </p:cNvPr>
          <p:cNvSpPr/>
          <p:nvPr/>
        </p:nvSpPr>
        <p:spPr>
          <a:xfrm>
            <a:off x="314520" y="437061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6122141-BB56-D650-D65C-018CB40CBFA4}"/>
              </a:ext>
            </a:extLst>
          </p:cNvPr>
          <p:cNvCxnSpPr>
            <a:cxnSpLocks/>
            <a:stCxn id="7" idx="1"/>
            <a:endCxn id="69" idx="3"/>
          </p:cNvCxnSpPr>
          <p:nvPr/>
        </p:nvCxnSpPr>
        <p:spPr>
          <a:xfrm flipH="1" flipV="1">
            <a:off x="1228920" y="4827812"/>
            <a:ext cx="904680" cy="1088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25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1D2D-F2E4-F2C4-E7B6-B1ADBEE2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38200"/>
            <a:ext cx="3257550" cy="13255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65BDC-0020-565F-88DA-A8A617FE8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905000"/>
            <a:ext cx="8153400" cy="3723853"/>
          </a:xfrm>
        </p:spPr>
        <p:txBody>
          <a:bodyPr/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 public IP address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web browser.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request travels through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cloud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request reaches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 virtual machine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web server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the request.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webpage stored on the server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retrieved.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webpage is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 back to the user’s browser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displayed.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82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91D0-2701-C1F0-0847-89EE3497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62000"/>
            <a:ext cx="4191000" cy="13255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CB4ECE-0EB3-85D4-2984-9A3DF7AB7F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6225" y="1828056"/>
            <a:ext cx="8286750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Website Hosting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Companies host their websites on cloud servers like AWS EC2.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Online stores such as Amazon use cloud servers to handle user traffic.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Platforms like Netflix and Spotify run their services on cloud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Company Websites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Businesses deploy web servers in the cloud for global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 Platforms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Educational websites use cloud servers to host content and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14216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D60E8-BED7-57A9-B5E0-7C0E0B4F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98143"/>
            <a:ext cx="2571750" cy="13255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4B65BA-B2A4-DB9B-1724-BD69559B14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400" y="1994738"/>
            <a:ext cx="8305800" cy="432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Resources can be increased or decreased based on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Accessibility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Websites can be accessed from anywhere through the internet.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 Effective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Pay only for the resources used in the cloud.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Deployment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Web servers can be quickly created and managed.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Cloud providers ensure reliable and continuous service.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Management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Security groups control access to the server.</a:t>
            </a:r>
          </a:p>
        </p:txBody>
      </p:sp>
    </p:spTree>
    <p:extLst>
      <p:ext uri="{BB962C8B-B14F-4D97-AF65-F5344CB8AC3E}">
        <p14:creationId xmlns:p14="http://schemas.microsoft.com/office/powerpoint/2010/main" val="62872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70F8-27FB-4C7D-DF4B-84DFA74E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38200"/>
            <a:ext cx="3257550" cy="10668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47E3B-5FF9-5F4D-84FE-95AC65547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992" y="1981200"/>
            <a:ext cx="8090807" cy="3124200"/>
          </a:xfrm>
        </p:spPr>
        <p:txBody>
          <a:bodyPr/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deployed 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on AWS EC2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groups for secure access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Installed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web server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EC2 instance.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Hosted 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webpage on the cloud server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website is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through the public IP address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how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can be used for web hosting and server management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9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9C0F5-54A1-0D2A-46FA-6FB2BF67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F8B3F-EF26-BDC4-3C7E-C94048CD9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25625"/>
            <a:ext cx="89154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Rajkumar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Computing: Principles and Paradigms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Erl –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Computing: Concepts, Technology &amp; Architecture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Official Documentation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https://aws.amazon.com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HTTP Server Documentation –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https://httpd.apache.org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 Server Guide –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https://ubuntu.com/server/docs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789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owerPoint Templates – Free Closing Slides &amp; Images">
            <a:extLst>
              <a:ext uri="{FF2B5EF4-FFF2-40B4-BE49-F238E27FC236}">
                <a16:creationId xmlns:a16="http://schemas.microsoft.com/office/drawing/2014/main" id="{C3EBCEB8-9D95-2020-36E5-8FC5911B63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86802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1919</TotalTime>
  <Words>580</Words>
  <Application>Microsoft Office PowerPoint</Application>
  <PresentationFormat>On-screen Show (4:3)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Times New Roman</vt:lpstr>
      <vt:lpstr>1_Office Theme</vt:lpstr>
      <vt:lpstr>Title: Web Server Deployment and Access Management using AWS EC2</vt:lpstr>
      <vt:lpstr>Introduction </vt:lpstr>
      <vt:lpstr>Basic Concept </vt:lpstr>
      <vt:lpstr>Architecture  Diagram </vt:lpstr>
      <vt:lpstr>Working Process </vt:lpstr>
      <vt:lpstr>Real-World Example </vt:lpstr>
      <vt:lpstr>Advantages </vt:lpstr>
      <vt:lpstr>Conclusion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 Algorithms - FCFS (First Come First Serve) - SJF (Shortest Job First)</dc:title>
  <dc:creator>krishnan</dc:creator>
  <cp:lastModifiedBy>N Nandish</cp:lastModifiedBy>
  <cp:revision>481</cp:revision>
  <dcterms:created xsi:type="dcterms:W3CDTF">2006-08-16T00:00:00Z</dcterms:created>
  <dcterms:modified xsi:type="dcterms:W3CDTF">2026-03-25T11:33:50Z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CFF747AF3BB64A09A0D013FEB7A3C1E4_12</vt:lpwstr>
  </property>
  <property fmtid="{D5CDD505-2E9C-101B-9397-08002B2CF9AE}" pid="3" name="KSOProductBuildVer">
    <vt:lpwstr>2057-12.2.0.23196</vt:lpwstr>
  </property>
</Properties>
</file>